
<file path=[Content_Types].xml><?xml version="1.0" encoding="utf-8"?>
<Types xmlns="http://schemas.openxmlformats.org/package/2006/content-types">
  <Default Extension="jpeg" ContentType="image/jpeg"/>
  <Default Extension="org&amp;utm_campaign=index&amp;utm_content=original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4EEF"/>
    <a:srgbClr val="FF51FF"/>
    <a:srgbClr val="B455FF"/>
    <a:srgbClr val="FFCFFD"/>
    <a:srgbClr val="FFBF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52"/>
    <p:restoredTop sz="94585"/>
  </p:normalViewPr>
  <p:slideViewPr>
    <p:cSldViewPr snapToGrid="0">
      <p:cViewPr varScale="1">
        <p:scale>
          <a:sx n="117" d="100"/>
          <a:sy n="117" d="100"/>
        </p:scale>
        <p:origin x="48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8DDE7-85EE-B462-636B-EF5182910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307ED7-1093-0A14-94C1-26E1E9A482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0BB34-2680-4E1A-F558-3A013D151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FD9E1-728A-3C4F-BA7D-0994F9A96443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2D3FA-CAB5-0A15-2871-19E9ECE23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45F27-9D87-2A39-5A48-DB21FCE40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2534-BF0B-4E47-A934-BA2520F1B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643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0E09F-6AB3-CB0C-8706-266E901F4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6BF26-9892-D24A-EABD-23F9C938C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B1473-9300-A9B4-034D-C213EB838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FD9E1-728A-3C4F-BA7D-0994F9A96443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24411-E060-F917-7A21-09ADEA4E8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2CA1A-5458-F6D7-BB9D-06E6DA807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2534-BF0B-4E47-A934-BA2520F1B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666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F2496-D1CA-43AF-4A3C-E7CC47A0E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D48F22-8212-E102-AD18-DE68154347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5709D-30A5-F4F4-50BA-7BB193E53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FD9E1-728A-3C4F-BA7D-0994F9A96443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5F615-9C67-381C-6A98-A8943571E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7DFA8-CDD9-2F43-3D4D-5FDC8D596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2534-BF0B-4E47-A934-BA2520F1B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195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82BDB-8110-5463-C0C3-7C12335D1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88E0E-26C2-1D34-7419-B1E3A5F4EF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EDE7A9-FEF7-B597-D558-E91EAEEC09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211EC8-1614-FAB2-1B54-56F462F8D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FD9E1-728A-3C4F-BA7D-0994F9A96443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A47A75-52CA-5109-0839-CFF7A9D6A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232FEE-D04C-88AC-6301-AAA6D3775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2534-BF0B-4E47-A934-BA2520F1B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76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C602A-0D31-39E5-3D45-929CD44C2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4A5FC0-F244-C75B-A40E-F1394C847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AC4E93-8770-534D-B5F9-3166F01DB6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F18EE2-AD72-45E7-F622-EA8437D31D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27EC9A-7C45-FF0D-20C6-DD574BD6D6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98DD41-7BCB-FC17-656B-B3066BAC3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FD9E1-728A-3C4F-BA7D-0994F9A96443}" type="datetimeFigureOut">
              <a:rPr lang="en-US" smtClean="0"/>
              <a:t>8/12/26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2E16FB-2C56-12BD-3532-ED83B9492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0BFD6B-9CFF-BA36-56C0-27759EB3A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2534-BF0B-4E47-A934-BA2520F1B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989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86264-7464-8F2E-0CAF-9CDA85EBD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BE81D8-D479-58B0-A72F-CB37CD8A8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FD9E1-728A-3C4F-BA7D-0994F9A96443}" type="datetimeFigureOut">
              <a:rPr lang="en-US" smtClean="0"/>
              <a:t>8/12/26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7B4889-ACE2-96D1-B8F1-1315F0452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2A020C-E261-9915-692C-FED0CFE4A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2534-BF0B-4E47-A934-BA2520F1B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587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F38FD1-6AC7-2F88-B656-9CAEDBF81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FD9E1-728A-3C4F-BA7D-0994F9A96443}" type="datetimeFigureOut">
              <a:rPr lang="en-US" smtClean="0"/>
              <a:t>8/12/26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ACBB81-508B-6874-5187-5AC152004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1E1F27-D831-08A5-5C60-28E2DF65F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2534-BF0B-4E47-A934-BA2520F1B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800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47080-0AD2-2631-629F-C3027FC22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A4A3C-8762-EA9C-0519-0ED0E8920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023B48-750F-CB71-4D11-5DB9C50074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80BFE8-4BF3-C66E-D438-571A22205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FD9E1-728A-3C4F-BA7D-0994F9A96443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938FE5-8CB9-3213-BC83-894B05C47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1F18BC-1296-5ADC-DBD0-C1CD18271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2534-BF0B-4E47-A934-BA2520F1B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981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A0340-34D5-57F3-D580-A102D4C11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0491A7-76A8-D572-DD36-661C3D476E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9186AE-7FE3-3A90-7D98-82E3AD0023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0ECECB-48EC-D013-7792-B5880F0D9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FD9E1-728A-3C4F-BA7D-0994F9A96443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8147E2-3EAB-DA11-5712-01FC076C1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065CD-FAAB-3A11-E087-87F8E4312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2534-BF0B-4E47-A934-BA2520F1B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197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E4BDA-35FF-4283-11AA-C35B54A00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3457AE-8791-B238-B606-488BBB2D7E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D3DB4-3617-8C72-41F8-EE8593806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FD9E1-728A-3C4F-BA7D-0994F9A96443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8B6A6-53EB-B394-100E-461517A36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7920E-BA9D-0B02-5EBA-37939C96C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2534-BF0B-4E47-A934-BA2520F1B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887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8A6D34-9873-DC8F-4B39-E0656EB2AD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5E512B-4EA9-D87B-B05C-052197721C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157FC-8AD4-7A4A-9C31-77429FCC9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FD9E1-728A-3C4F-BA7D-0994F9A96443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4FB7A-5475-5606-5754-E9B75FB7F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5B8FD-ECFD-0CE8-3B81-F1C70BE17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2534-BF0B-4E47-A934-BA2520F1B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817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70C659-7647-A94D-51A7-B5FDC959E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CB9685-FEE3-94CE-4639-4DBDF732FE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0CC63-C41A-98F7-E42A-B7F16206A0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FD9E1-728A-3C4F-BA7D-0994F9A96443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7C3C2-6C9D-4964-3CF1-F6DE1F0B4C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704E0-879F-055E-5881-9BCBEC45D8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F62534-BF0B-4E47-A934-BA2520F1B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034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2.png"/><Relationship Id="rId10" Type="http://schemas.openxmlformats.org/officeDocument/2006/relationships/image" Target="../media/image16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org&amp;utm_campaign=index&amp;utm_content=original"/><Relationship Id="rId5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49241B29-5C62-E0F4-AD9B-BCC6C957528D}"/>
              </a:ext>
            </a:extLst>
          </p:cNvPr>
          <p:cNvGrpSpPr/>
          <p:nvPr/>
        </p:nvGrpSpPr>
        <p:grpSpPr>
          <a:xfrm>
            <a:off x="673643" y="341138"/>
            <a:ext cx="2598660" cy="2743200"/>
            <a:chOff x="4502645" y="1986643"/>
            <a:chExt cx="1143000" cy="1143000"/>
          </a:xfrm>
        </p:grpSpPr>
        <p:sp>
          <p:nvSpPr>
            <p:cNvPr id="4" name="Hexagon 3">
              <a:extLst>
                <a:ext uri="{FF2B5EF4-FFF2-40B4-BE49-F238E27FC236}">
                  <a16:creationId xmlns:a16="http://schemas.microsoft.com/office/drawing/2014/main" id="{D29EA7C5-885E-E350-618F-BAC7CBD7F1AD}"/>
                </a:ext>
              </a:extLst>
            </p:cNvPr>
            <p:cNvSpPr/>
            <p:nvPr/>
          </p:nvSpPr>
          <p:spPr>
            <a:xfrm rot="16200000">
              <a:off x="4502645" y="1986643"/>
              <a:ext cx="1143000" cy="1143000"/>
            </a:xfrm>
            <a:prstGeom prst="hexagon">
              <a:avLst/>
            </a:prstGeom>
            <a:solidFill>
              <a:schemeClr val="bg1"/>
            </a:solidFill>
            <a:ln w="571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FAF09DF-AF79-A425-A492-A0C529FA7BA7}"/>
                </a:ext>
              </a:extLst>
            </p:cNvPr>
            <p:cNvSpPr txBox="1"/>
            <p:nvPr/>
          </p:nvSpPr>
          <p:spPr>
            <a:xfrm>
              <a:off x="4604137" y="2334748"/>
              <a:ext cx="1041508" cy="7758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500" b="1" dirty="0">
                  <a:solidFill>
                    <a:srgbClr val="0070C0"/>
                  </a:solidFill>
                  <a:latin typeface="Myanmar Text" panose="020B0502040204020203" pitchFamily="34" charset="0"/>
                  <a:cs typeface="Myanmar Text" panose="020B0502040204020203" pitchFamily="34" charset="0"/>
                </a:rPr>
                <a:t>CG</a:t>
              </a:r>
              <a:endParaRPr lang="en-US" sz="6600" b="1" dirty="0">
                <a:solidFill>
                  <a:srgbClr val="0070C0"/>
                </a:solidFill>
                <a:latin typeface="Myanmar Text" panose="020B0502040204020203" pitchFamily="34" charset="0"/>
                <a:cs typeface="Myanmar Text" panose="020B0502040204020203" pitchFamily="34" charset="0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7D18B63-630A-8101-7E96-BB5D98EA2062}"/>
              </a:ext>
            </a:extLst>
          </p:cNvPr>
          <p:cNvGrpSpPr/>
          <p:nvPr/>
        </p:nvGrpSpPr>
        <p:grpSpPr>
          <a:xfrm>
            <a:off x="3743124" y="132362"/>
            <a:ext cx="2598660" cy="2743200"/>
            <a:chOff x="5417046" y="527957"/>
            <a:chExt cx="2598660" cy="274320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1899C213-D241-9E35-08B5-734F724F849A}"/>
                </a:ext>
              </a:extLst>
            </p:cNvPr>
            <p:cNvGrpSpPr/>
            <p:nvPr/>
          </p:nvGrpSpPr>
          <p:grpSpPr>
            <a:xfrm>
              <a:off x="5417046" y="527957"/>
              <a:ext cx="2598660" cy="2743200"/>
              <a:chOff x="4502645" y="1986643"/>
              <a:chExt cx="1143000" cy="1143000"/>
            </a:xfrm>
          </p:grpSpPr>
          <p:sp>
            <p:nvSpPr>
              <p:cNvPr id="3" name="Hexagon 2">
                <a:extLst>
                  <a:ext uri="{FF2B5EF4-FFF2-40B4-BE49-F238E27FC236}">
                    <a16:creationId xmlns:a16="http://schemas.microsoft.com/office/drawing/2014/main" id="{AE84A1C5-D63B-E13F-7EE2-E4B5FFA02B74}"/>
                  </a:ext>
                </a:extLst>
              </p:cNvPr>
              <p:cNvSpPr/>
              <p:nvPr/>
            </p:nvSpPr>
            <p:spPr>
              <a:xfrm rot="16200000">
                <a:off x="4502645" y="1986643"/>
                <a:ext cx="1143000" cy="1143000"/>
              </a:xfrm>
              <a:prstGeom prst="hexagon">
                <a:avLst/>
              </a:prstGeom>
              <a:solidFill>
                <a:srgbClr val="FF0000"/>
              </a:solidFill>
              <a:ln w="571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8746CB-59AB-A68A-4A37-F985BFA2D803}"/>
                  </a:ext>
                </a:extLst>
              </p:cNvPr>
              <p:cNvSpPr txBox="1"/>
              <p:nvPr/>
            </p:nvSpPr>
            <p:spPr>
              <a:xfrm>
                <a:off x="4553390" y="2242491"/>
                <a:ext cx="1041508" cy="2180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>
                        <a:lumMod val="85000"/>
                      </a:schemeClr>
                    </a:solidFill>
                    <a:latin typeface="Myanmar Text" panose="020B0502040204020203" pitchFamily="34" charset="0"/>
                    <a:cs typeface="Myanmar Text" panose="020B0502040204020203" pitchFamily="34" charset="0"/>
                  </a:rPr>
                  <a:t>Probability</a:t>
                </a:r>
                <a:endParaRPr lang="en-US" sz="1400" b="1" dirty="0">
                  <a:solidFill>
                    <a:schemeClr val="bg1">
                      <a:lumMod val="85000"/>
                    </a:schemeClr>
                  </a:solidFill>
                  <a:latin typeface="Myanmar Text" panose="020B0502040204020203" pitchFamily="34" charset="0"/>
                  <a:cs typeface="Myanmar Text" panose="020B0502040204020203" pitchFamily="34" charset="0"/>
                </a:endParaRP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A23A4DD5-2686-0F19-FB94-73823B77EE6F}"/>
                </a:ext>
              </a:extLst>
            </p:cNvPr>
            <p:cNvGrpSpPr/>
            <p:nvPr/>
          </p:nvGrpSpPr>
          <p:grpSpPr>
            <a:xfrm>
              <a:off x="5770773" y="1734228"/>
              <a:ext cx="1644910" cy="1002808"/>
              <a:chOff x="4429056" y="4267200"/>
              <a:chExt cx="2015287" cy="1117976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8281AE05-2ACE-FDB9-1557-AA0349AA5B9C}"/>
                  </a:ext>
                </a:extLst>
              </p:cNvPr>
              <p:cNvGrpSpPr/>
              <p:nvPr/>
            </p:nvGrpSpPr>
            <p:grpSpPr>
              <a:xfrm>
                <a:off x="4429056" y="4572000"/>
                <a:ext cx="914401" cy="522515"/>
                <a:chOff x="4429056" y="4572000"/>
                <a:chExt cx="914401" cy="522515"/>
              </a:xfrm>
            </p:grpSpPr>
            <p:cxnSp>
              <p:nvCxnSpPr>
                <p:cNvPr id="10" name="Straight Arrow Connector 9">
                  <a:extLst>
                    <a:ext uri="{FF2B5EF4-FFF2-40B4-BE49-F238E27FC236}">
                      <a16:creationId xmlns:a16="http://schemas.microsoft.com/office/drawing/2014/main" id="{6961F13A-287D-4AE0-6CDA-77E9EE7EF9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429057" y="4572000"/>
                  <a:ext cx="914400" cy="261257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8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Arrow Connector 10">
                  <a:extLst>
                    <a:ext uri="{FF2B5EF4-FFF2-40B4-BE49-F238E27FC236}">
                      <a16:creationId xmlns:a16="http://schemas.microsoft.com/office/drawing/2014/main" id="{9A459D69-C871-38FB-15E8-152F635D1A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429056" y="4833257"/>
                  <a:ext cx="914400" cy="261258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8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413FE59F-B2CE-8C8E-7098-0B475BD6C5D6}"/>
                  </a:ext>
                </a:extLst>
              </p:cNvPr>
              <p:cNvGrpSpPr/>
              <p:nvPr/>
            </p:nvGrpSpPr>
            <p:grpSpPr>
              <a:xfrm>
                <a:off x="5529943" y="4267200"/>
                <a:ext cx="914400" cy="522514"/>
                <a:chOff x="4430486" y="4659086"/>
                <a:chExt cx="914400" cy="522514"/>
              </a:xfrm>
            </p:grpSpPr>
            <p:cxnSp>
              <p:nvCxnSpPr>
                <p:cNvPr id="24" name="Straight Arrow Connector 23">
                  <a:extLst>
                    <a:ext uri="{FF2B5EF4-FFF2-40B4-BE49-F238E27FC236}">
                      <a16:creationId xmlns:a16="http://schemas.microsoft.com/office/drawing/2014/main" id="{3F5C21C0-2815-6105-C9F5-6F0BBF0DFF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430486" y="4659086"/>
                  <a:ext cx="914400" cy="261257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8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Arrow Connector 24">
                  <a:extLst>
                    <a:ext uri="{FF2B5EF4-FFF2-40B4-BE49-F238E27FC236}">
                      <a16:creationId xmlns:a16="http://schemas.microsoft.com/office/drawing/2014/main" id="{01A259E2-43D8-4D3E-3E79-F99BE94F68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430486" y="4920343"/>
                  <a:ext cx="914400" cy="261257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8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BB8E557C-4AC2-901C-D4AD-3A789381566D}"/>
                  </a:ext>
                </a:extLst>
              </p:cNvPr>
              <p:cNvGrpSpPr/>
              <p:nvPr/>
            </p:nvGrpSpPr>
            <p:grpSpPr>
              <a:xfrm>
                <a:off x="5529943" y="4862661"/>
                <a:ext cx="914400" cy="522515"/>
                <a:chOff x="4430486" y="4557861"/>
                <a:chExt cx="914400" cy="522515"/>
              </a:xfrm>
            </p:grpSpPr>
            <p:cxnSp>
              <p:nvCxnSpPr>
                <p:cNvPr id="27" name="Straight Arrow Connector 26">
                  <a:extLst>
                    <a:ext uri="{FF2B5EF4-FFF2-40B4-BE49-F238E27FC236}">
                      <a16:creationId xmlns:a16="http://schemas.microsoft.com/office/drawing/2014/main" id="{D1B6BB3D-75A8-3506-540A-F2693E6600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430486" y="4557861"/>
                  <a:ext cx="914400" cy="261258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8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Arrow Connector 27">
                  <a:extLst>
                    <a:ext uri="{FF2B5EF4-FFF2-40B4-BE49-F238E27FC236}">
                      <a16:creationId xmlns:a16="http://schemas.microsoft.com/office/drawing/2014/main" id="{5ACF36C8-BE9A-812B-A739-F8B5356F27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430486" y="4819119"/>
                  <a:ext cx="914400" cy="261257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8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65A08D3-FD25-5316-16C6-7B6156C9D10E}"/>
              </a:ext>
            </a:extLst>
          </p:cNvPr>
          <p:cNvGrpSpPr/>
          <p:nvPr/>
        </p:nvGrpSpPr>
        <p:grpSpPr>
          <a:xfrm>
            <a:off x="8865398" y="3369769"/>
            <a:ext cx="2598660" cy="2743200"/>
            <a:chOff x="2836692" y="3225456"/>
            <a:chExt cx="2598660" cy="2743200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86FF7835-05BA-59C1-B2E1-15138949C709}"/>
                </a:ext>
              </a:extLst>
            </p:cNvPr>
            <p:cNvGrpSpPr/>
            <p:nvPr/>
          </p:nvGrpSpPr>
          <p:grpSpPr>
            <a:xfrm>
              <a:off x="2836692" y="3225456"/>
              <a:ext cx="2598660" cy="2743200"/>
              <a:chOff x="4502645" y="1986643"/>
              <a:chExt cx="1143000" cy="1143000"/>
            </a:xfrm>
            <a:solidFill>
              <a:schemeClr val="accent1">
                <a:lumMod val="40000"/>
                <a:lumOff val="60000"/>
              </a:schemeClr>
            </a:solidFill>
          </p:grpSpPr>
          <p:sp>
            <p:nvSpPr>
              <p:cNvPr id="51" name="Hexagon 50">
                <a:extLst>
                  <a:ext uri="{FF2B5EF4-FFF2-40B4-BE49-F238E27FC236}">
                    <a16:creationId xmlns:a16="http://schemas.microsoft.com/office/drawing/2014/main" id="{F156F89F-50AA-2FD2-EC99-933EF6C83A42}"/>
                  </a:ext>
                </a:extLst>
              </p:cNvPr>
              <p:cNvSpPr/>
              <p:nvPr/>
            </p:nvSpPr>
            <p:spPr>
              <a:xfrm rot="16200000">
                <a:off x="4502645" y="1986643"/>
                <a:ext cx="1143000" cy="1143000"/>
              </a:xfrm>
              <a:prstGeom prst="hexagon">
                <a:avLst/>
              </a:prstGeom>
              <a:grpFill/>
              <a:ln w="571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07F397D-86AF-CBFD-E0D6-3154AE9AED73}"/>
                  </a:ext>
                </a:extLst>
              </p:cNvPr>
              <p:cNvSpPr txBox="1"/>
              <p:nvPr/>
            </p:nvSpPr>
            <p:spPr>
              <a:xfrm>
                <a:off x="4553391" y="2244071"/>
                <a:ext cx="1041508" cy="39754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accent1">
                        <a:lumMod val="75000"/>
                      </a:schemeClr>
                    </a:solidFill>
                    <a:latin typeface="Myanmar Text" panose="020B0502040204020203" pitchFamily="34" charset="0"/>
                    <a:cs typeface="Myanmar Text" panose="020B0502040204020203" pitchFamily="34" charset="0"/>
                  </a:rPr>
                  <a:t>Elementary Statistics</a:t>
                </a:r>
                <a:endParaRPr lang="en-US" sz="1400" b="1" dirty="0">
                  <a:solidFill>
                    <a:schemeClr val="accent1">
                      <a:lumMod val="75000"/>
                    </a:schemeClr>
                  </a:solidFill>
                  <a:latin typeface="Myanmar Text" panose="020B0502040204020203" pitchFamily="34" charset="0"/>
                  <a:cs typeface="Myanmar Text" panose="020B0502040204020203" pitchFamily="34" charset="0"/>
                </a:endParaRPr>
              </a:p>
            </p:txBody>
          </p:sp>
        </p:grp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1ED3754A-D541-C556-9729-19A9DBAAE9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6989" t="19870" r="13637" b="21634"/>
            <a:stretch/>
          </p:blipFill>
          <p:spPr>
            <a:xfrm>
              <a:off x="3403487" y="4671045"/>
              <a:ext cx="1465069" cy="823546"/>
            </a:xfrm>
            <a:prstGeom prst="rect">
              <a:avLst/>
            </a:prstGeom>
          </p:spPr>
        </p:pic>
      </p:grpSp>
      <p:grpSp>
        <p:nvGrpSpPr>
          <p:cNvPr id="1036" name="Group 1035">
            <a:extLst>
              <a:ext uri="{FF2B5EF4-FFF2-40B4-BE49-F238E27FC236}">
                <a16:creationId xmlns:a16="http://schemas.microsoft.com/office/drawing/2014/main" id="{C8736806-875F-1226-C4D7-47C98ABD602D}"/>
              </a:ext>
            </a:extLst>
          </p:cNvPr>
          <p:cNvGrpSpPr/>
          <p:nvPr/>
        </p:nvGrpSpPr>
        <p:grpSpPr>
          <a:xfrm>
            <a:off x="5851139" y="3369768"/>
            <a:ext cx="2598660" cy="2743200"/>
            <a:chOff x="7067209" y="3586844"/>
            <a:chExt cx="2598660" cy="2743200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C143A0CF-2B34-92A1-D740-B912A693EB70}"/>
                </a:ext>
              </a:extLst>
            </p:cNvPr>
            <p:cNvGrpSpPr/>
            <p:nvPr/>
          </p:nvGrpSpPr>
          <p:grpSpPr>
            <a:xfrm>
              <a:off x="7067209" y="3586844"/>
              <a:ext cx="2598660" cy="2743200"/>
              <a:chOff x="4502645" y="1986643"/>
              <a:chExt cx="1143000" cy="1143000"/>
            </a:xfrm>
          </p:grpSpPr>
          <p:sp>
            <p:nvSpPr>
              <p:cNvPr id="1029" name="Hexagon 1028">
                <a:extLst>
                  <a:ext uri="{FF2B5EF4-FFF2-40B4-BE49-F238E27FC236}">
                    <a16:creationId xmlns:a16="http://schemas.microsoft.com/office/drawing/2014/main" id="{D0644491-BC86-4B0A-ABB3-941CD8CE2103}"/>
                  </a:ext>
                </a:extLst>
              </p:cNvPr>
              <p:cNvSpPr/>
              <p:nvPr/>
            </p:nvSpPr>
            <p:spPr>
              <a:xfrm rot="16200000">
                <a:off x="4502645" y="1986643"/>
                <a:ext cx="1143000" cy="1143000"/>
              </a:xfrm>
              <a:prstGeom prst="hexagon">
                <a:avLst/>
              </a:prstGeom>
              <a:solidFill>
                <a:schemeClr val="bg1">
                  <a:lumMod val="85000"/>
                </a:schemeClr>
              </a:solidFill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31" name="TextBox 1030">
                <a:extLst>
                  <a:ext uri="{FF2B5EF4-FFF2-40B4-BE49-F238E27FC236}">
                    <a16:creationId xmlns:a16="http://schemas.microsoft.com/office/drawing/2014/main" id="{C4A3E66D-8CEE-AC9B-6DDD-1465148630B3}"/>
                  </a:ext>
                </a:extLst>
              </p:cNvPr>
              <p:cNvSpPr txBox="1"/>
              <p:nvPr/>
            </p:nvSpPr>
            <p:spPr>
              <a:xfrm>
                <a:off x="4553390" y="2262602"/>
                <a:ext cx="1041508" cy="397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>
                    <a:latin typeface="Myanmar Text" panose="020B0502040204020203" pitchFamily="34" charset="0"/>
                    <a:cs typeface="Myanmar Text" panose="020B0502040204020203" pitchFamily="34" charset="0"/>
                  </a:rPr>
                  <a:t>Quantitative Reasoning</a:t>
                </a:r>
                <a:endParaRPr lang="en-US" sz="1400" b="1" dirty="0">
                  <a:latin typeface="Myanmar Text" panose="020B0502040204020203" pitchFamily="34" charset="0"/>
                  <a:cs typeface="Myanmar Text" panose="020B0502040204020203" pitchFamily="34" charset="0"/>
                </a:endParaRPr>
              </a:p>
            </p:txBody>
          </p:sp>
        </p:grp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095D1305-2421-5441-95CB-320ECBAD2A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07870" y="5238404"/>
              <a:ext cx="596474" cy="596474"/>
            </a:xfrm>
            <a:prstGeom prst="rect">
              <a:avLst/>
            </a:prstGeom>
          </p:spPr>
        </p:pic>
        <p:pic>
          <p:nvPicPr>
            <p:cNvPr id="1033" name="Picture 1032">
              <a:extLst>
                <a:ext uri="{FF2B5EF4-FFF2-40B4-BE49-F238E27FC236}">
                  <a16:creationId xmlns:a16="http://schemas.microsoft.com/office/drawing/2014/main" id="{BDCF11C7-6781-1127-A6A4-FF1C7E12AB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50248" y="5316912"/>
              <a:ext cx="439457" cy="439457"/>
            </a:xfrm>
            <a:prstGeom prst="rect">
              <a:avLst/>
            </a:prstGeom>
          </p:spPr>
        </p:pic>
        <p:pic>
          <p:nvPicPr>
            <p:cNvPr id="1034" name="Picture 1033">
              <a:extLst>
                <a:ext uri="{FF2B5EF4-FFF2-40B4-BE49-F238E27FC236}">
                  <a16:creationId xmlns:a16="http://schemas.microsoft.com/office/drawing/2014/main" id="{AD301EC0-E364-FAB1-74ED-B76ED35C791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32842" y="5401181"/>
              <a:ext cx="867393" cy="867393"/>
            </a:xfrm>
            <a:prstGeom prst="rect">
              <a:avLst/>
            </a:prstGeom>
          </p:spPr>
        </p:pic>
      </p:grpSp>
      <p:grpSp>
        <p:nvGrpSpPr>
          <p:cNvPr id="1055" name="Group 1054">
            <a:extLst>
              <a:ext uri="{FF2B5EF4-FFF2-40B4-BE49-F238E27FC236}">
                <a16:creationId xmlns:a16="http://schemas.microsoft.com/office/drawing/2014/main" id="{185B63AF-75A4-653D-4480-9BF5B34F8443}"/>
              </a:ext>
            </a:extLst>
          </p:cNvPr>
          <p:cNvGrpSpPr/>
          <p:nvPr/>
        </p:nvGrpSpPr>
        <p:grpSpPr>
          <a:xfrm>
            <a:off x="2463098" y="3368403"/>
            <a:ext cx="2598660" cy="2743200"/>
            <a:chOff x="8448877" y="714144"/>
            <a:chExt cx="2598660" cy="2743200"/>
          </a:xfrm>
        </p:grpSpPr>
        <p:grpSp>
          <p:nvGrpSpPr>
            <p:cNvPr id="1038" name="Group 1037">
              <a:extLst>
                <a:ext uri="{FF2B5EF4-FFF2-40B4-BE49-F238E27FC236}">
                  <a16:creationId xmlns:a16="http://schemas.microsoft.com/office/drawing/2014/main" id="{88D9709E-7320-2AD8-2A38-CE36CD63FA27}"/>
                </a:ext>
              </a:extLst>
            </p:cNvPr>
            <p:cNvGrpSpPr/>
            <p:nvPr/>
          </p:nvGrpSpPr>
          <p:grpSpPr>
            <a:xfrm>
              <a:off x="8448877" y="714144"/>
              <a:ext cx="2598660" cy="2743200"/>
              <a:chOff x="4502645" y="1986643"/>
              <a:chExt cx="1143000" cy="1143000"/>
            </a:xfrm>
            <a:solidFill>
              <a:schemeClr val="tx1"/>
            </a:solidFill>
          </p:grpSpPr>
          <p:sp>
            <p:nvSpPr>
              <p:cNvPr id="1049" name="Hexagon 1048">
                <a:extLst>
                  <a:ext uri="{FF2B5EF4-FFF2-40B4-BE49-F238E27FC236}">
                    <a16:creationId xmlns:a16="http://schemas.microsoft.com/office/drawing/2014/main" id="{5A40EE21-F84F-909F-E7EB-8E7C0EBE2BDD}"/>
                  </a:ext>
                </a:extLst>
              </p:cNvPr>
              <p:cNvSpPr/>
              <p:nvPr/>
            </p:nvSpPr>
            <p:spPr>
              <a:xfrm rot="16200000">
                <a:off x="4502645" y="1986643"/>
                <a:ext cx="1143000" cy="1143000"/>
              </a:xfrm>
              <a:prstGeom prst="hexagon">
                <a:avLst/>
              </a:prstGeom>
              <a:grpFill/>
              <a:ln w="571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50" name="TextBox 1049">
                <a:extLst>
                  <a:ext uri="{FF2B5EF4-FFF2-40B4-BE49-F238E27FC236}">
                    <a16:creationId xmlns:a16="http://schemas.microsoft.com/office/drawing/2014/main" id="{3F605DDC-7E9E-B2B0-364E-AA98E070F582}"/>
                  </a:ext>
                </a:extLst>
              </p:cNvPr>
              <p:cNvSpPr txBox="1"/>
              <p:nvPr/>
            </p:nvSpPr>
            <p:spPr>
              <a:xfrm>
                <a:off x="4553391" y="2159872"/>
                <a:ext cx="1041508" cy="3975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>
                        <a:lumMod val="85000"/>
                      </a:schemeClr>
                    </a:solidFill>
                    <a:latin typeface="Myanmar Text" panose="020B0502040204020203" pitchFamily="34" charset="0"/>
                    <a:cs typeface="Myanmar Text" panose="020B0502040204020203" pitchFamily="34" charset="0"/>
                  </a:rPr>
                  <a:t>Data Visualization</a:t>
                </a:r>
                <a:endParaRPr lang="en-US" sz="1400" b="1" dirty="0">
                  <a:solidFill>
                    <a:schemeClr val="bg1">
                      <a:lumMod val="85000"/>
                    </a:schemeClr>
                  </a:solidFill>
                  <a:latin typeface="Myanmar Text" panose="020B0502040204020203" pitchFamily="34" charset="0"/>
                  <a:cs typeface="Myanmar Text" panose="020B0502040204020203" pitchFamily="34" charset="0"/>
                </a:endParaRPr>
              </a:p>
            </p:txBody>
          </p:sp>
        </p:grpSp>
        <p:pic>
          <p:nvPicPr>
            <p:cNvPr id="1052" name="Picture 1051">
              <a:extLst>
                <a:ext uri="{FF2B5EF4-FFF2-40B4-BE49-F238E27FC236}">
                  <a16:creationId xmlns:a16="http://schemas.microsoft.com/office/drawing/2014/main" id="{ACF69377-8CAF-1E13-9150-7EC4BA62869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29353" r="29162" b="32556"/>
            <a:stretch/>
          </p:blipFill>
          <p:spPr>
            <a:xfrm>
              <a:off x="9412102" y="2425312"/>
              <a:ext cx="810069" cy="739549"/>
            </a:xfrm>
            <a:prstGeom prst="rect">
              <a:avLst/>
            </a:prstGeom>
          </p:spPr>
        </p:pic>
        <p:pic>
          <p:nvPicPr>
            <p:cNvPr id="1053" name="Picture 1052">
              <a:extLst>
                <a:ext uri="{FF2B5EF4-FFF2-40B4-BE49-F238E27FC236}">
                  <a16:creationId xmlns:a16="http://schemas.microsoft.com/office/drawing/2014/main" id="{E83F8040-EC91-7D11-C001-6A367873896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106520" y="2104044"/>
              <a:ext cx="631591" cy="490989"/>
            </a:xfrm>
            <a:prstGeom prst="rect">
              <a:avLst/>
            </a:prstGeom>
          </p:spPr>
        </p:pic>
        <p:pic>
          <p:nvPicPr>
            <p:cNvPr id="1054" name="Picture 1053">
              <a:extLst>
                <a:ext uri="{FF2B5EF4-FFF2-40B4-BE49-F238E27FC236}">
                  <a16:creationId xmlns:a16="http://schemas.microsoft.com/office/drawing/2014/main" id="{4C4E5C5B-A937-6FB5-7BEF-B46264A11B6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523169" y="2029913"/>
              <a:ext cx="1109323" cy="739549"/>
            </a:xfrm>
            <a:prstGeom prst="rect">
              <a:avLst/>
            </a:prstGeom>
          </p:spPr>
        </p:pic>
      </p:grpSp>
      <p:grpSp>
        <p:nvGrpSpPr>
          <p:cNvPr id="1064" name="Group 1063">
            <a:extLst>
              <a:ext uri="{FF2B5EF4-FFF2-40B4-BE49-F238E27FC236}">
                <a16:creationId xmlns:a16="http://schemas.microsoft.com/office/drawing/2014/main" id="{35064DA7-72AD-B959-0116-0A7F761EBAE1}"/>
              </a:ext>
            </a:extLst>
          </p:cNvPr>
          <p:cNvGrpSpPr/>
          <p:nvPr/>
        </p:nvGrpSpPr>
        <p:grpSpPr>
          <a:xfrm>
            <a:off x="6812604" y="121008"/>
            <a:ext cx="2756578" cy="2743200"/>
            <a:chOff x="6812604" y="121008"/>
            <a:chExt cx="2756578" cy="2743200"/>
          </a:xfrm>
        </p:grpSpPr>
        <p:grpSp>
          <p:nvGrpSpPr>
            <p:cNvPr id="1057" name="Group 1056">
              <a:extLst>
                <a:ext uri="{FF2B5EF4-FFF2-40B4-BE49-F238E27FC236}">
                  <a16:creationId xmlns:a16="http://schemas.microsoft.com/office/drawing/2014/main" id="{58BD90FA-3965-AAE4-A929-CAC5D5A2F6E8}"/>
                </a:ext>
              </a:extLst>
            </p:cNvPr>
            <p:cNvGrpSpPr/>
            <p:nvPr/>
          </p:nvGrpSpPr>
          <p:grpSpPr>
            <a:xfrm>
              <a:off x="6812604" y="121008"/>
              <a:ext cx="2756578" cy="2743200"/>
              <a:chOff x="4476747" y="1986643"/>
              <a:chExt cx="1212459" cy="1143000"/>
            </a:xfrm>
            <a:solidFill>
              <a:schemeClr val="bg1"/>
            </a:solidFill>
          </p:grpSpPr>
          <p:sp>
            <p:nvSpPr>
              <p:cNvPr id="1061" name="Hexagon 1060">
                <a:extLst>
                  <a:ext uri="{FF2B5EF4-FFF2-40B4-BE49-F238E27FC236}">
                    <a16:creationId xmlns:a16="http://schemas.microsoft.com/office/drawing/2014/main" id="{ADE1FADC-7D59-E4F6-9898-CEF48B3F7133}"/>
                  </a:ext>
                </a:extLst>
              </p:cNvPr>
              <p:cNvSpPr/>
              <p:nvPr/>
            </p:nvSpPr>
            <p:spPr>
              <a:xfrm rot="16200000">
                <a:off x="4502645" y="1986643"/>
                <a:ext cx="1143000" cy="1143000"/>
              </a:xfrm>
              <a:prstGeom prst="hexagon">
                <a:avLst/>
              </a:prstGeom>
              <a:grpFill/>
              <a:ln w="571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62" name="TextBox 1061">
                <a:extLst>
                  <a:ext uri="{FF2B5EF4-FFF2-40B4-BE49-F238E27FC236}">
                    <a16:creationId xmlns:a16="http://schemas.microsoft.com/office/drawing/2014/main" id="{2F0F0C30-1A66-4A5F-CA85-1E5085C2A537}"/>
                  </a:ext>
                </a:extLst>
              </p:cNvPr>
              <p:cNvSpPr txBox="1"/>
              <p:nvPr/>
            </p:nvSpPr>
            <p:spPr>
              <a:xfrm>
                <a:off x="4476747" y="2237771"/>
                <a:ext cx="1212459" cy="3462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0000"/>
                    </a:solidFill>
                    <a:latin typeface="Myanmar Text" panose="020B0502040204020203" pitchFamily="34" charset="0"/>
                    <a:cs typeface="Myanmar Text" panose="020B0502040204020203" pitchFamily="34" charset="0"/>
                  </a:rPr>
                  <a:t>Mathematical  Statistics</a:t>
                </a:r>
              </a:p>
            </p:txBody>
          </p:sp>
        </p:grpSp>
        <p:pic>
          <p:nvPicPr>
            <p:cNvPr id="1063" name="Picture 1062">
              <a:extLst>
                <a:ext uri="{FF2B5EF4-FFF2-40B4-BE49-F238E27FC236}">
                  <a16:creationId xmlns:a16="http://schemas.microsoft.com/office/drawing/2014/main" id="{289000DE-81F2-92BD-84A8-2A95860A1B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21745" t="26454" r="10323" b="20797"/>
            <a:stretch/>
          </p:blipFill>
          <p:spPr>
            <a:xfrm>
              <a:off x="7512882" y="1510607"/>
              <a:ext cx="1315427" cy="8738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69617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7867FD5-0333-48B9-5AB4-8C7352015952}"/>
              </a:ext>
            </a:extLst>
          </p:cNvPr>
          <p:cNvGrpSpPr/>
          <p:nvPr/>
        </p:nvGrpSpPr>
        <p:grpSpPr>
          <a:xfrm>
            <a:off x="3546477" y="563688"/>
            <a:ext cx="2598660" cy="2743200"/>
            <a:chOff x="4434912" y="1649826"/>
            <a:chExt cx="2598660" cy="27432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CDAB326-948C-7924-33F2-EF9A2E71BF9E}"/>
                </a:ext>
              </a:extLst>
            </p:cNvPr>
            <p:cNvGrpSpPr/>
            <p:nvPr/>
          </p:nvGrpSpPr>
          <p:grpSpPr>
            <a:xfrm>
              <a:off x="4434912" y="1649826"/>
              <a:ext cx="2598660" cy="2743200"/>
              <a:chOff x="4502645" y="1986643"/>
              <a:chExt cx="1143000" cy="1143000"/>
            </a:xfrm>
            <a:solidFill>
              <a:schemeClr val="accent1">
                <a:lumMod val="40000"/>
                <a:lumOff val="60000"/>
              </a:schemeClr>
            </a:solidFill>
          </p:grpSpPr>
          <p:sp>
            <p:nvSpPr>
              <p:cNvPr id="7" name="Hexagon 6">
                <a:extLst>
                  <a:ext uri="{FF2B5EF4-FFF2-40B4-BE49-F238E27FC236}">
                    <a16:creationId xmlns:a16="http://schemas.microsoft.com/office/drawing/2014/main" id="{E934BCB0-6AD2-74E5-80DE-EDA410BE529F}"/>
                  </a:ext>
                </a:extLst>
              </p:cNvPr>
              <p:cNvSpPr/>
              <p:nvPr/>
            </p:nvSpPr>
            <p:spPr>
              <a:xfrm rot="16200000">
                <a:off x="4502645" y="1986643"/>
                <a:ext cx="1143000" cy="1143000"/>
              </a:xfrm>
              <a:prstGeom prst="hexagon">
                <a:avLst/>
              </a:prstGeom>
              <a:solidFill>
                <a:srgbClr val="FFFF00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8EDEDD-9C5D-65ED-DEDC-0C7603F32BA3}"/>
                  </a:ext>
                </a:extLst>
              </p:cNvPr>
              <p:cNvSpPr txBox="1"/>
              <p:nvPr/>
            </p:nvSpPr>
            <p:spPr>
              <a:xfrm>
                <a:off x="4553391" y="2185973"/>
                <a:ext cx="1041508" cy="3975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>
                    <a:latin typeface="Myanmar Text" panose="020B0502040204020203" pitchFamily="34" charset="0"/>
                    <a:cs typeface="Myanmar Text" panose="020B0502040204020203" pitchFamily="34" charset="0"/>
                  </a:rPr>
                  <a:t>Gibbs Sampling</a:t>
                </a:r>
                <a:endParaRPr lang="en-US" sz="1400" b="1" dirty="0">
                  <a:latin typeface="Myanmar Text" panose="020B0502040204020203" pitchFamily="34" charset="0"/>
                  <a:cs typeface="Myanmar Text" panose="020B0502040204020203" pitchFamily="34" charset="0"/>
                </a:endParaRPr>
              </a:p>
            </p:txBody>
          </p:sp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745960E-22D2-8871-605B-110BBAB51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81604" y="3021425"/>
              <a:ext cx="1105276" cy="1018399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FAA0D33-C59C-5C8C-AD22-94B621D79B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80760" y="2963422"/>
              <a:ext cx="1263505" cy="812253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E9B9239-2632-8333-2F1C-EAF86E0A6F9B}"/>
              </a:ext>
            </a:extLst>
          </p:cNvPr>
          <p:cNvGrpSpPr/>
          <p:nvPr/>
        </p:nvGrpSpPr>
        <p:grpSpPr>
          <a:xfrm>
            <a:off x="603087" y="563688"/>
            <a:ext cx="2598660" cy="2743200"/>
            <a:chOff x="1167533" y="2270313"/>
            <a:chExt cx="2598660" cy="274320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18DD223-AB69-D059-33B7-4CBAD0CCAB31}"/>
                </a:ext>
              </a:extLst>
            </p:cNvPr>
            <p:cNvGrpSpPr/>
            <p:nvPr/>
          </p:nvGrpSpPr>
          <p:grpSpPr>
            <a:xfrm>
              <a:off x="1167533" y="2270313"/>
              <a:ext cx="2598660" cy="2743200"/>
              <a:chOff x="4514577" y="1660072"/>
              <a:chExt cx="1143000" cy="1143000"/>
            </a:xfrm>
            <a:solidFill>
              <a:schemeClr val="accent1">
                <a:lumMod val="40000"/>
                <a:lumOff val="60000"/>
              </a:schemeClr>
            </a:solidFill>
          </p:grpSpPr>
          <p:sp>
            <p:nvSpPr>
              <p:cNvPr id="14" name="Hexagon 13">
                <a:extLst>
                  <a:ext uri="{FF2B5EF4-FFF2-40B4-BE49-F238E27FC236}">
                    <a16:creationId xmlns:a16="http://schemas.microsoft.com/office/drawing/2014/main" id="{5B4D26AB-B8BE-8AF7-1D71-B73A1BBE8530}"/>
                  </a:ext>
                </a:extLst>
              </p:cNvPr>
              <p:cNvSpPr/>
              <p:nvPr/>
            </p:nvSpPr>
            <p:spPr>
              <a:xfrm rot="16200000">
                <a:off x="4514577" y="1660072"/>
                <a:ext cx="1143000" cy="1143000"/>
              </a:xfrm>
              <a:prstGeom prst="hexagon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5715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804622B-347B-E8A0-E1B9-6A75D59C20EA}"/>
                  </a:ext>
                </a:extLst>
              </p:cNvPr>
              <p:cNvSpPr txBox="1"/>
              <p:nvPr/>
            </p:nvSpPr>
            <p:spPr>
              <a:xfrm>
                <a:off x="4553659" y="1825286"/>
                <a:ext cx="1041508" cy="3462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50"/>
                    </a:solidFill>
                    <a:latin typeface="Myanmar Text" panose="020B0502040204020203" pitchFamily="34" charset="0"/>
                    <a:cs typeface="Myanmar Text" panose="020B0502040204020203" pitchFamily="34" charset="0"/>
                  </a:rPr>
                  <a:t>Climate</a:t>
                </a:r>
              </a:p>
              <a:p>
                <a:pPr algn="ctr"/>
                <a:r>
                  <a:rPr lang="en-US" sz="2400" b="1" dirty="0">
                    <a:solidFill>
                      <a:srgbClr val="00B050"/>
                    </a:solidFill>
                    <a:latin typeface="Myanmar Text" panose="020B0502040204020203" pitchFamily="34" charset="0"/>
                    <a:cs typeface="Myanmar Text" panose="020B0502040204020203" pitchFamily="34" charset="0"/>
                  </a:rPr>
                  <a:t>Data Viz</a:t>
                </a:r>
                <a:endParaRPr lang="en-US" sz="1200" b="1" dirty="0">
                  <a:solidFill>
                    <a:srgbClr val="00B050"/>
                  </a:solidFill>
                  <a:latin typeface="Myanmar Text" panose="020B0502040204020203" pitchFamily="34" charset="0"/>
                  <a:cs typeface="Myanmar Text" panose="020B0502040204020203" pitchFamily="34" charset="0"/>
                </a:endParaRPr>
              </a:p>
            </p:txBody>
          </p:sp>
        </p:grp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4D7433D-CBBE-76FD-11F7-9B448A02CF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16441" y="3253271"/>
              <a:ext cx="1711098" cy="1573106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3AE32B3-BE0F-921F-BCC2-400D7592DDA3}"/>
              </a:ext>
            </a:extLst>
          </p:cNvPr>
          <p:cNvGrpSpPr/>
          <p:nvPr/>
        </p:nvGrpSpPr>
        <p:grpSpPr>
          <a:xfrm>
            <a:off x="6489866" y="563688"/>
            <a:ext cx="2598660" cy="2743200"/>
            <a:chOff x="7432728" y="1649825"/>
            <a:chExt cx="2598660" cy="274320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6227849-CFFA-94BB-4B2F-914B3D080FBE}"/>
                </a:ext>
              </a:extLst>
            </p:cNvPr>
            <p:cNvGrpSpPr/>
            <p:nvPr/>
          </p:nvGrpSpPr>
          <p:grpSpPr>
            <a:xfrm>
              <a:off x="7432728" y="1649825"/>
              <a:ext cx="2598660" cy="2743200"/>
              <a:chOff x="4502645" y="1986643"/>
              <a:chExt cx="1143000" cy="1143000"/>
            </a:xfrm>
            <a:solidFill>
              <a:schemeClr val="accent1">
                <a:lumMod val="40000"/>
                <a:lumOff val="60000"/>
              </a:schemeClr>
            </a:solidFill>
          </p:grpSpPr>
          <p:sp>
            <p:nvSpPr>
              <p:cNvPr id="17" name="Hexagon 16">
                <a:extLst>
                  <a:ext uri="{FF2B5EF4-FFF2-40B4-BE49-F238E27FC236}">
                    <a16:creationId xmlns:a16="http://schemas.microsoft.com/office/drawing/2014/main" id="{918FA055-8737-5A0F-0F89-AA2C93028198}"/>
                  </a:ext>
                </a:extLst>
              </p:cNvPr>
              <p:cNvSpPr/>
              <p:nvPr/>
            </p:nvSpPr>
            <p:spPr>
              <a:xfrm rot="16200000">
                <a:off x="4502645" y="1986643"/>
                <a:ext cx="1143000" cy="1143000"/>
              </a:xfrm>
              <a:prstGeom prst="hexagon">
                <a:avLst/>
              </a:prstGeom>
              <a:solidFill>
                <a:schemeClr val="accent1">
                  <a:lumMod val="75000"/>
                </a:schemeClr>
              </a:solidFill>
              <a:ln w="571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9B0B404-D23F-79A6-F211-71CFAB622251}"/>
                  </a:ext>
                </a:extLst>
              </p:cNvPr>
              <p:cNvSpPr txBox="1"/>
              <p:nvPr/>
            </p:nvSpPr>
            <p:spPr>
              <a:xfrm>
                <a:off x="4553391" y="2227295"/>
                <a:ext cx="1041508" cy="2949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chemeClr val="bg1">
                        <a:lumMod val="95000"/>
                      </a:schemeClr>
                    </a:solidFill>
                    <a:latin typeface="Myanmar Text" panose="020B0502040204020203" pitchFamily="34" charset="0"/>
                    <a:cs typeface="Myanmar Text" panose="020B0502040204020203" pitchFamily="34" charset="0"/>
                  </a:rPr>
                  <a:t>Computational Methods</a:t>
                </a:r>
                <a:endParaRPr lang="en-US" sz="1100" b="1" dirty="0">
                  <a:solidFill>
                    <a:schemeClr val="bg1">
                      <a:lumMod val="95000"/>
                    </a:schemeClr>
                  </a:solidFill>
                  <a:latin typeface="Myanmar Text" panose="020B0502040204020203" pitchFamily="34" charset="0"/>
                  <a:cs typeface="Myanmar Text" panose="020B0502040204020203" pitchFamily="34" charset="0"/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F52FAE41-6D99-DBBF-28BB-26648955F751}"/>
                </a:ext>
              </a:extLst>
            </p:cNvPr>
            <p:cNvGrpSpPr/>
            <p:nvPr/>
          </p:nvGrpSpPr>
          <p:grpSpPr>
            <a:xfrm>
              <a:off x="8132802" y="2725788"/>
              <a:ext cx="1304182" cy="1314036"/>
              <a:chOff x="8991747" y="4241113"/>
              <a:chExt cx="1661433" cy="1832250"/>
            </a:xfrm>
          </p:grpSpPr>
          <p:sp>
            <p:nvSpPr>
              <p:cNvPr id="22" name="7-Point Star 21">
                <a:extLst>
                  <a:ext uri="{FF2B5EF4-FFF2-40B4-BE49-F238E27FC236}">
                    <a16:creationId xmlns:a16="http://schemas.microsoft.com/office/drawing/2014/main" id="{653EBD95-8758-F5A4-784C-68ED769B19BC}"/>
                  </a:ext>
                </a:extLst>
              </p:cNvPr>
              <p:cNvSpPr/>
              <p:nvPr/>
            </p:nvSpPr>
            <p:spPr>
              <a:xfrm>
                <a:off x="8992615" y="4499025"/>
                <a:ext cx="1468556" cy="1488117"/>
              </a:xfrm>
              <a:prstGeom prst="star7">
                <a:avLst/>
              </a:prstGeom>
              <a:solidFill>
                <a:srgbClr val="00B0F0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2D882A8B-CA2C-2D56-27FC-57896EAEFBDD}"/>
                  </a:ext>
                </a:extLst>
              </p:cNvPr>
              <p:cNvGrpSpPr/>
              <p:nvPr/>
            </p:nvGrpSpPr>
            <p:grpSpPr>
              <a:xfrm>
                <a:off x="8991747" y="4241113"/>
                <a:ext cx="1661433" cy="1832250"/>
                <a:chOff x="5255107" y="2544521"/>
                <a:chExt cx="3174999" cy="3174998"/>
              </a:xfrm>
            </p:grpSpPr>
            <p:pic>
              <p:nvPicPr>
                <p:cNvPr id="19" name="Picture 18">
                  <a:extLst>
                    <a:ext uri="{FF2B5EF4-FFF2-40B4-BE49-F238E27FC236}">
                      <a16:creationId xmlns:a16="http://schemas.microsoft.com/office/drawing/2014/main" id="{EC101D8D-E40B-249A-D906-C63DF0D14D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255107" y="2544521"/>
                  <a:ext cx="3174999" cy="3174998"/>
                </a:xfrm>
                <a:prstGeom prst="rect">
                  <a:avLst/>
                </a:prstGeom>
              </p:spPr>
            </p:pic>
            <p:pic>
              <p:nvPicPr>
                <p:cNvPr id="20" name="Picture 19">
                  <a:extLst>
                    <a:ext uri="{FF2B5EF4-FFF2-40B4-BE49-F238E27FC236}">
                      <a16:creationId xmlns:a16="http://schemas.microsoft.com/office/drawing/2014/main" id="{1C360D92-6CAE-C9F1-C55C-55B9CF4C49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096000" y="3703091"/>
                  <a:ext cx="631590" cy="49099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9F59ADB-04C9-5EED-FD34-708D63A17785}"/>
              </a:ext>
            </a:extLst>
          </p:cNvPr>
          <p:cNvGrpSpPr/>
          <p:nvPr/>
        </p:nvGrpSpPr>
        <p:grpSpPr>
          <a:xfrm>
            <a:off x="9360320" y="564454"/>
            <a:ext cx="2598660" cy="2743200"/>
            <a:chOff x="9360320" y="564454"/>
            <a:chExt cx="2598660" cy="274320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6EC0ED9-4879-CFFE-51D3-47549BE2413B}"/>
                </a:ext>
              </a:extLst>
            </p:cNvPr>
            <p:cNvGrpSpPr/>
            <p:nvPr/>
          </p:nvGrpSpPr>
          <p:grpSpPr>
            <a:xfrm>
              <a:off x="9360320" y="564454"/>
              <a:ext cx="2598660" cy="2743200"/>
              <a:chOff x="4502645" y="1986643"/>
              <a:chExt cx="1143000" cy="1143000"/>
            </a:xfrm>
            <a:noFill/>
          </p:grpSpPr>
          <p:sp>
            <p:nvSpPr>
              <p:cNvPr id="29" name="Hexagon 28">
                <a:extLst>
                  <a:ext uri="{FF2B5EF4-FFF2-40B4-BE49-F238E27FC236}">
                    <a16:creationId xmlns:a16="http://schemas.microsoft.com/office/drawing/2014/main" id="{CFC78813-786A-3543-B9F4-D7BC1DD8773C}"/>
                  </a:ext>
                </a:extLst>
              </p:cNvPr>
              <p:cNvSpPr/>
              <p:nvPr/>
            </p:nvSpPr>
            <p:spPr>
              <a:xfrm rot="16200000">
                <a:off x="4502645" y="1986643"/>
                <a:ext cx="1143000" cy="1143000"/>
              </a:xfrm>
              <a:prstGeom prst="hexagon">
                <a:avLst/>
              </a:prstGeom>
              <a:solidFill>
                <a:srgbClr val="FFCFFD"/>
              </a:solidFill>
              <a:ln w="571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4ADC74D-08DE-6E1A-1B2C-5D9046CEC09B}"/>
                  </a:ext>
                </a:extLst>
              </p:cNvPr>
              <p:cNvSpPr txBox="1"/>
              <p:nvPr/>
            </p:nvSpPr>
            <p:spPr>
              <a:xfrm>
                <a:off x="4553391" y="2227295"/>
                <a:ext cx="1041508" cy="1667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  <a:latin typeface="Myanmar Text" panose="020B0502040204020203" pitchFamily="34" charset="0"/>
                    <a:cs typeface="Myanmar Text" panose="020B0502040204020203" pitchFamily="34" charset="0"/>
                  </a:rPr>
                  <a:t>Regression</a:t>
                </a:r>
                <a:endParaRPr lang="en-US" sz="1100" b="1" dirty="0">
                  <a:solidFill>
                    <a:schemeClr val="accent1">
                      <a:lumMod val="75000"/>
                    </a:schemeClr>
                  </a:solidFill>
                  <a:latin typeface="Myanmar Text" panose="020B0502040204020203" pitchFamily="34" charset="0"/>
                  <a:cs typeface="Myanmar Text" panose="020B0502040204020203" pitchFamily="34" charset="0"/>
                </a:endParaRPr>
              </a:p>
            </p:txBody>
          </p:sp>
        </p:grp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CEFF9CD5-4E79-573F-0B20-25A29768766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922312" y="1542130"/>
              <a:ext cx="1474676" cy="1250018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6D475B3-90CD-A8B1-6391-5EADEC508E11}"/>
              </a:ext>
            </a:extLst>
          </p:cNvPr>
          <p:cNvGrpSpPr/>
          <p:nvPr/>
        </p:nvGrpSpPr>
        <p:grpSpPr>
          <a:xfrm>
            <a:off x="2038315" y="3193001"/>
            <a:ext cx="2598660" cy="2743200"/>
            <a:chOff x="2050800" y="2889395"/>
            <a:chExt cx="2598660" cy="2743200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EBE1B8E-53A2-5DF2-E9D9-F16AFB64880A}"/>
                </a:ext>
              </a:extLst>
            </p:cNvPr>
            <p:cNvGrpSpPr/>
            <p:nvPr/>
          </p:nvGrpSpPr>
          <p:grpSpPr>
            <a:xfrm>
              <a:off x="2050800" y="2889395"/>
              <a:ext cx="2598660" cy="2743200"/>
              <a:chOff x="4502645" y="1986643"/>
              <a:chExt cx="1143000" cy="1143000"/>
            </a:xfrm>
            <a:noFill/>
          </p:grpSpPr>
          <p:sp>
            <p:nvSpPr>
              <p:cNvPr id="26" name="Hexagon 25">
                <a:extLst>
                  <a:ext uri="{FF2B5EF4-FFF2-40B4-BE49-F238E27FC236}">
                    <a16:creationId xmlns:a16="http://schemas.microsoft.com/office/drawing/2014/main" id="{5B5DC564-1B18-FF38-893D-92C54E8C9819}"/>
                  </a:ext>
                </a:extLst>
              </p:cNvPr>
              <p:cNvSpPr/>
              <p:nvPr/>
            </p:nvSpPr>
            <p:spPr>
              <a:xfrm rot="16200000">
                <a:off x="4502645" y="1986643"/>
                <a:ext cx="1143000" cy="1143000"/>
              </a:xfrm>
              <a:prstGeom prst="hexagon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571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4397B11-8903-35E9-6227-4B7F1A816638}"/>
                  </a:ext>
                </a:extLst>
              </p:cNvPr>
              <p:cNvSpPr txBox="1"/>
              <p:nvPr/>
            </p:nvSpPr>
            <p:spPr>
              <a:xfrm>
                <a:off x="4553391" y="2181414"/>
                <a:ext cx="1041508" cy="29495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C00000"/>
                    </a:solidFill>
                    <a:latin typeface="Myanmar Text" panose="020B0502040204020203" pitchFamily="34" charset="0"/>
                    <a:cs typeface="Myanmar Text" panose="020B0502040204020203" pitchFamily="34" charset="0"/>
                  </a:rPr>
                  <a:t>Master’s </a:t>
                </a:r>
              </a:p>
              <a:p>
                <a:pPr algn="ctr"/>
                <a:r>
                  <a:rPr lang="en-US" sz="2000" b="1" dirty="0">
                    <a:solidFill>
                      <a:srgbClr val="C00000"/>
                    </a:solidFill>
                    <a:latin typeface="Myanmar Text" panose="020B0502040204020203" pitchFamily="34" charset="0"/>
                    <a:cs typeface="Myanmar Text" panose="020B0502040204020203" pitchFamily="34" charset="0"/>
                  </a:rPr>
                  <a:t>Project</a:t>
                </a:r>
                <a:endParaRPr lang="en-US" sz="1100" b="1" dirty="0">
                  <a:solidFill>
                    <a:srgbClr val="C00000"/>
                  </a:solidFill>
                  <a:latin typeface="Myanmar Text" panose="020B0502040204020203" pitchFamily="34" charset="0"/>
                  <a:cs typeface="Myanmar Text" panose="020B0502040204020203" pitchFamily="34" charset="0"/>
                </a:endParaRPr>
              </a:p>
            </p:txBody>
          </p:sp>
        </p:grp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6C86EE05-FA34-1DD9-C60B-D654686309C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417724" y="3696752"/>
              <a:ext cx="1851012" cy="1851012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F4671D9-E750-95F1-1817-EBC69056F2EE}"/>
              </a:ext>
            </a:extLst>
          </p:cNvPr>
          <p:cNvGrpSpPr/>
          <p:nvPr/>
        </p:nvGrpSpPr>
        <p:grpSpPr>
          <a:xfrm>
            <a:off x="5003900" y="3193001"/>
            <a:ext cx="2598660" cy="2743200"/>
            <a:chOff x="5003900" y="3193001"/>
            <a:chExt cx="2598660" cy="274320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C5C0B5B-A555-9AF6-3F6F-20F313B01C12}"/>
                </a:ext>
              </a:extLst>
            </p:cNvPr>
            <p:cNvGrpSpPr/>
            <p:nvPr/>
          </p:nvGrpSpPr>
          <p:grpSpPr>
            <a:xfrm>
              <a:off x="5003900" y="3193001"/>
              <a:ext cx="2598660" cy="2743200"/>
              <a:chOff x="4502645" y="1986643"/>
              <a:chExt cx="1143000" cy="1143000"/>
            </a:xfrm>
            <a:solidFill>
              <a:schemeClr val="bg1"/>
            </a:solidFill>
          </p:grpSpPr>
          <p:sp>
            <p:nvSpPr>
              <p:cNvPr id="31" name="Hexagon 30">
                <a:extLst>
                  <a:ext uri="{FF2B5EF4-FFF2-40B4-BE49-F238E27FC236}">
                    <a16:creationId xmlns:a16="http://schemas.microsoft.com/office/drawing/2014/main" id="{C10E24B1-75A9-1443-8677-AD1E7A4955B1}"/>
                  </a:ext>
                </a:extLst>
              </p:cNvPr>
              <p:cNvSpPr/>
              <p:nvPr/>
            </p:nvSpPr>
            <p:spPr>
              <a:xfrm rot="16200000">
                <a:off x="4502645" y="1986643"/>
                <a:ext cx="1143000" cy="1143000"/>
              </a:xfrm>
              <a:prstGeom prst="hexagon">
                <a:avLst/>
              </a:prstGeom>
              <a:solidFill>
                <a:schemeClr val="bg1">
                  <a:lumMod val="95000"/>
                </a:schemeClr>
              </a:solidFill>
              <a:ln w="57150">
                <a:solidFill>
                  <a:srgbClr val="A84EE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5F2490C-EE4B-5237-50DB-1BB8019C677E}"/>
                  </a:ext>
                </a:extLst>
              </p:cNvPr>
              <p:cNvSpPr txBox="1"/>
              <p:nvPr/>
            </p:nvSpPr>
            <p:spPr>
              <a:xfrm>
                <a:off x="4553391" y="2189331"/>
                <a:ext cx="1041508" cy="2949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A84EEF"/>
                    </a:solidFill>
                    <a:latin typeface="Myanmar Text" panose="020B0502040204020203" pitchFamily="34" charset="0"/>
                    <a:cs typeface="Myanmar Text" panose="020B0502040204020203" pitchFamily="34" charset="0"/>
                  </a:rPr>
                  <a:t>Bayesian </a:t>
                </a:r>
              </a:p>
              <a:p>
                <a:pPr algn="ctr"/>
                <a:r>
                  <a:rPr lang="en-US" sz="2000" b="1" dirty="0">
                    <a:solidFill>
                      <a:srgbClr val="A84EEF"/>
                    </a:solidFill>
                    <a:latin typeface="Myanmar Text" panose="020B0502040204020203" pitchFamily="34" charset="0"/>
                    <a:cs typeface="Myanmar Text" panose="020B0502040204020203" pitchFamily="34" charset="0"/>
                  </a:rPr>
                  <a:t>Statistics</a:t>
                </a:r>
                <a:endParaRPr lang="en-US" sz="1100" b="1" dirty="0">
                  <a:solidFill>
                    <a:srgbClr val="A84EEF"/>
                  </a:solidFill>
                  <a:latin typeface="Myanmar Text" panose="020B0502040204020203" pitchFamily="34" charset="0"/>
                  <a:cs typeface="Myanmar Text" panose="020B0502040204020203" pitchFamily="34" charset="0"/>
                </a:endParaRPr>
              </a:p>
            </p:txBody>
          </p:sp>
        </p:grp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0496E169-457C-66B3-B368-0C08A4179AE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511367" y="4142092"/>
              <a:ext cx="1583726" cy="1556103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B62CD64-E463-49F0-07C8-0489D986DFD8}"/>
              </a:ext>
            </a:extLst>
          </p:cNvPr>
          <p:cNvGrpSpPr/>
          <p:nvPr/>
        </p:nvGrpSpPr>
        <p:grpSpPr>
          <a:xfrm>
            <a:off x="8027926" y="3306888"/>
            <a:ext cx="2598660" cy="2743200"/>
            <a:chOff x="8027926" y="3306888"/>
            <a:chExt cx="2598660" cy="274320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45002B39-3284-5D54-9095-2CDFB87AD832}"/>
                </a:ext>
              </a:extLst>
            </p:cNvPr>
            <p:cNvGrpSpPr/>
            <p:nvPr/>
          </p:nvGrpSpPr>
          <p:grpSpPr>
            <a:xfrm>
              <a:off x="8027926" y="3306888"/>
              <a:ext cx="2598660" cy="2743200"/>
              <a:chOff x="4502645" y="1986643"/>
              <a:chExt cx="1143000" cy="1143000"/>
            </a:xfrm>
            <a:solidFill>
              <a:schemeClr val="bg1"/>
            </a:solidFill>
          </p:grpSpPr>
          <p:sp>
            <p:nvSpPr>
              <p:cNvPr id="36" name="Hexagon 35">
                <a:extLst>
                  <a:ext uri="{FF2B5EF4-FFF2-40B4-BE49-F238E27FC236}">
                    <a16:creationId xmlns:a16="http://schemas.microsoft.com/office/drawing/2014/main" id="{450867E5-0BA4-AB34-0D9D-3FAA5EB2158D}"/>
                  </a:ext>
                </a:extLst>
              </p:cNvPr>
              <p:cNvSpPr/>
              <p:nvPr/>
            </p:nvSpPr>
            <p:spPr>
              <a:xfrm rot="16200000">
                <a:off x="4502645" y="1986643"/>
                <a:ext cx="1143000" cy="1143000"/>
              </a:xfrm>
              <a:prstGeom prst="hexagon">
                <a:avLst/>
              </a:prstGeom>
              <a:solidFill>
                <a:schemeClr val="bg1"/>
              </a:solidFill>
              <a:ln w="571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1B40CF0-A990-A4C5-2F2B-3FD25A0CCF8E}"/>
                  </a:ext>
                </a:extLst>
              </p:cNvPr>
              <p:cNvSpPr txBox="1"/>
              <p:nvPr/>
            </p:nvSpPr>
            <p:spPr>
              <a:xfrm>
                <a:off x="4553391" y="2189331"/>
                <a:ext cx="1041508" cy="1667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chemeClr val="accent4"/>
                    </a:solidFill>
                    <a:latin typeface="Myanmar Text" panose="020B0502040204020203" pitchFamily="34" charset="0"/>
                    <a:cs typeface="Myanmar Text" panose="020B0502040204020203" pitchFamily="34" charset="0"/>
                  </a:rPr>
                  <a:t>MAS I</a:t>
                </a:r>
                <a:endParaRPr lang="en-US" sz="1100" b="1" dirty="0">
                  <a:solidFill>
                    <a:schemeClr val="accent4"/>
                  </a:solidFill>
                  <a:latin typeface="Myanmar Text" panose="020B0502040204020203" pitchFamily="34" charset="0"/>
                  <a:cs typeface="Myanmar Text" panose="020B0502040204020203" pitchFamily="34" charset="0"/>
                </a:endParaRPr>
              </a:p>
            </p:txBody>
          </p:sp>
        </p:grp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315CC637-C69D-3F0C-DC4C-469FDD359C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627643" y="4250785"/>
              <a:ext cx="1338716" cy="13387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08031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3BFB8161-38C7-FB6B-BD25-9919FA524186}"/>
              </a:ext>
            </a:extLst>
          </p:cNvPr>
          <p:cNvGrpSpPr/>
          <p:nvPr/>
        </p:nvGrpSpPr>
        <p:grpSpPr>
          <a:xfrm>
            <a:off x="603087" y="563688"/>
            <a:ext cx="2598660" cy="2743200"/>
            <a:chOff x="603087" y="563688"/>
            <a:chExt cx="2598660" cy="2743200"/>
          </a:xfrm>
        </p:grpSpPr>
        <p:sp>
          <p:nvSpPr>
            <p:cNvPr id="41" name="Hexagon 40">
              <a:extLst>
                <a:ext uri="{FF2B5EF4-FFF2-40B4-BE49-F238E27FC236}">
                  <a16:creationId xmlns:a16="http://schemas.microsoft.com/office/drawing/2014/main" id="{F4336897-A8FD-2934-ABD5-3AEB17F83E30}"/>
                </a:ext>
              </a:extLst>
            </p:cNvPr>
            <p:cNvSpPr/>
            <p:nvPr/>
          </p:nvSpPr>
          <p:spPr>
            <a:xfrm rot="16200000">
              <a:off x="530817" y="635958"/>
              <a:ext cx="2743200" cy="2598660"/>
            </a:xfrm>
            <a:prstGeom prst="hexagon">
              <a:avLst/>
            </a:prstGeom>
            <a:solidFill>
              <a:schemeClr val="bg1">
                <a:lumMod val="95000"/>
              </a:schemeClr>
            </a:solidFill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40225D29-7604-17BB-1CBE-5DD1DC9AD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6223" y="742749"/>
              <a:ext cx="1864949" cy="2275668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C85CD5A-7991-954A-C599-952C01C63D10}"/>
              </a:ext>
            </a:extLst>
          </p:cNvPr>
          <p:cNvGrpSpPr/>
          <p:nvPr/>
        </p:nvGrpSpPr>
        <p:grpSpPr>
          <a:xfrm>
            <a:off x="3497340" y="563689"/>
            <a:ext cx="2598660" cy="2743200"/>
            <a:chOff x="3497340" y="563689"/>
            <a:chExt cx="2598660" cy="2743200"/>
          </a:xfrm>
        </p:grpSpPr>
        <p:sp>
          <p:nvSpPr>
            <p:cNvPr id="3" name="Hexagon 2">
              <a:extLst>
                <a:ext uri="{FF2B5EF4-FFF2-40B4-BE49-F238E27FC236}">
                  <a16:creationId xmlns:a16="http://schemas.microsoft.com/office/drawing/2014/main" id="{41DEFC14-43DE-A15B-655D-A8C7DCCC173D}"/>
                </a:ext>
              </a:extLst>
            </p:cNvPr>
            <p:cNvSpPr/>
            <p:nvPr/>
          </p:nvSpPr>
          <p:spPr>
            <a:xfrm rot="16200000">
              <a:off x="3425070" y="635959"/>
              <a:ext cx="2743200" cy="2598660"/>
            </a:xfrm>
            <a:prstGeom prst="hexagon">
              <a:avLst/>
            </a:prstGeom>
            <a:solidFill>
              <a:schemeClr val="accent5">
                <a:lumMod val="20000"/>
                <a:lumOff val="80000"/>
              </a:schemeClr>
            </a:solidFill>
            <a:ln w="571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78F9436-1361-9FA6-3FBC-E81776786C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86052" y="1602934"/>
              <a:ext cx="1621236" cy="664707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2C48AD0-B888-1239-4BD5-06481EA22D26}"/>
              </a:ext>
            </a:extLst>
          </p:cNvPr>
          <p:cNvGrpSpPr/>
          <p:nvPr/>
        </p:nvGrpSpPr>
        <p:grpSpPr>
          <a:xfrm>
            <a:off x="6391594" y="563687"/>
            <a:ext cx="2598660" cy="2743200"/>
            <a:chOff x="8027926" y="3306888"/>
            <a:chExt cx="2598660" cy="274320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19CF07F-EFD8-12CF-4199-292073E2C442}"/>
                </a:ext>
              </a:extLst>
            </p:cNvPr>
            <p:cNvGrpSpPr/>
            <p:nvPr/>
          </p:nvGrpSpPr>
          <p:grpSpPr>
            <a:xfrm>
              <a:off x="8027926" y="3306888"/>
              <a:ext cx="2598660" cy="2743200"/>
              <a:chOff x="4502645" y="1986643"/>
              <a:chExt cx="1143000" cy="1143000"/>
            </a:xfrm>
            <a:solidFill>
              <a:schemeClr val="bg1"/>
            </a:solidFill>
          </p:grpSpPr>
          <p:sp>
            <p:nvSpPr>
              <p:cNvPr id="8" name="Hexagon 7">
                <a:extLst>
                  <a:ext uri="{FF2B5EF4-FFF2-40B4-BE49-F238E27FC236}">
                    <a16:creationId xmlns:a16="http://schemas.microsoft.com/office/drawing/2014/main" id="{33285911-0904-437E-C00E-93F23237D71A}"/>
                  </a:ext>
                </a:extLst>
              </p:cNvPr>
              <p:cNvSpPr/>
              <p:nvPr/>
            </p:nvSpPr>
            <p:spPr>
              <a:xfrm rot="16200000">
                <a:off x="4502645" y="1986643"/>
                <a:ext cx="1143000" cy="1143000"/>
              </a:xfrm>
              <a:prstGeom prst="hexagon">
                <a:avLst/>
              </a:prstGeom>
              <a:solidFill>
                <a:schemeClr val="bg1"/>
              </a:solidFill>
              <a:ln w="571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8EF2176-A967-800B-7099-0F297ABD4F00}"/>
                  </a:ext>
                </a:extLst>
              </p:cNvPr>
              <p:cNvSpPr txBox="1"/>
              <p:nvPr/>
            </p:nvSpPr>
            <p:spPr>
              <a:xfrm>
                <a:off x="4553391" y="2189331"/>
                <a:ext cx="1041508" cy="1667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chemeClr val="accent4"/>
                    </a:solidFill>
                    <a:latin typeface="Myanmar Text" panose="020B0502040204020203" pitchFamily="34" charset="0"/>
                    <a:cs typeface="Myanmar Text" panose="020B0502040204020203" pitchFamily="34" charset="0"/>
                  </a:rPr>
                  <a:t>Exam 5</a:t>
                </a:r>
                <a:endParaRPr lang="en-US" sz="1100" b="1" dirty="0">
                  <a:solidFill>
                    <a:schemeClr val="accent4"/>
                  </a:solidFill>
                  <a:latin typeface="Myanmar Text" panose="020B0502040204020203" pitchFamily="34" charset="0"/>
                  <a:cs typeface="Myanmar Text" panose="020B0502040204020203" pitchFamily="34" charset="0"/>
                </a:endParaRPr>
              </a:p>
            </p:txBody>
          </p:sp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C4CBAC0-02B2-865C-F2DA-FB09341D45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27643" y="4250785"/>
              <a:ext cx="1338716" cy="1338716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32C2C26-48E9-D71A-68D9-48B4B2C934F8}"/>
              </a:ext>
            </a:extLst>
          </p:cNvPr>
          <p:cNvGrpSpPr/>
          <p:nvPr/>
        </p:nvGrpSpPr>
        <p:grpSpPr>
          <a:xfrm>
            <a:off x="2050213" y="2846300"/>
            <a:ext cx="2598660" cy="2743200"/>
            <a:chOff x="2050213" y="2846300"/>
            <a:chExt cx="2598660" cy="274320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2DD4D93-860E-501F-545C-1A956C92DB7F}"/>
                </a:ext>
              </a:extLst>
            </p:cNvPr>
            <p:cNvGrpSpPr/>
            <p:nvPr/>
          </p:nvGrpSpPr>
          <p:grpSpPr>
            <a:xfrm>
              <a:off x="2050213" y="2846300"/>
              <a:ext cx="2598660" cy="2743200"/>
              <a:chOff x="4502645" y="1986643"/>
              <a:chExt cx="1143000" cy="1143000"/>
            </a:xfrm>
            <a:solidFill>
              <a:schemeClr val="bg1"/>
            </a:solidFill>
          </p:grpSpPr>
          <p:sp>
            <p:nvSpPr>
              <p:cNvPr id="13" name="Hexagon 12">
                <a:extLst>
                  <a:ext uri="{FF2B5EF4-FFF2-40B4-BE49-F238E27FC236}">
                    <a16:creationId xmlns:a16="http://schemas.microsoft.com/office/drawing/2014/main" id="{3D8C6CF0-D25A-1771-D51F-4CFFA62AC733}"/>
                  </a:ext>
                </a:extLst>
              </p:cNvPr>
              <p:cNvSpPr/>
              <p:nvPr/>
            </p:nvSpPr>
            <p:spPr>
              <a:xfrm rot="16200000">
                <a:off x="4502645" y="1986643"/>
                <a:ext cx="1143000" cy="1143000"/>
              </a:xfrm>
              <a:prstGeom prst="hexagon">
                <a:avLst/>
              </a:prstGeom>
              <a:solidFill>
                <a:schemeClr val="bg1">
                  <a:lumMod val="85000"/>
                </a:schemeClr>
              </a:solidFill>
              <a:ln w="571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64EF46D-FBEF-B339-402B-E81A66AD87AB}"/>
                  </a:ext>
                </a:extLst>
              </p:cNvPr>
              <p:cNvSpPr txBox="1"/>
              <p:nvPr/>
            </p:nvSpPr>
            <p:spPr>
              <a:xfrm>
                <a:off x="4553391" y="2189331"/>
                <a:ext cx="1041508" cy="1667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00B050"/>
                    </a:solidFill>
                    <a:latin typeface="Myanmar Text" panose="020B0502040204020203" pitchFamily="34" charset="0"/>
                    <a:cs typeface="Myanmar Text" panose="020B0502040204020203" pitchFamily="34" charset="0"/>
                  </a:rPr>
                  <a:t>Work</a:t>
                </a:r>
                <a:endParaRPr lang="en-US" sz="1100" b="1" dirty="0">
                  <a:solidFill>
                    <a:srgbClr val="00B050"/>
                  </a:solidFill>
                  <a:latin typeface="Myanmar Text" panose="020B0502040204020203" pitchFamily="34" charset="0"/>
                  <a:cs typeface="Myanmar Text" panose="020B0502040204020203" pitchFamily="34" charset="0"/>
                </a:endParaRPr>
              </a:p>
            </p:txBody>
          </p:sp>
        </p:grp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937B712-D668-46BB-B2EB-C4321A56326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37932" y="3576851"/>
              <a:ext cx="1861925" cy="1678215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EFDA6BC-5BBC-70F7-A939-7CE082B650F2}"/>
              </a:ext>
            </a:extLst>
          </p:cNvPr>
          <p:cNvGrpSpPr/>
          <p:nvPr/>
        </p:nvGrpSpPr>
        <p:grpSpPr>
          <a:xfrm>
            <a:off x="4944468" y="2863606"/>
            <a:ext cx="2598660" cy="2743200"/>
            <a:chOff x="4944468" y="2863606"/>
            <a:chExt cx="2598660" cy="274320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3ABF00E-2B35-43B6-26F4-0378CDE16294}"/>
                </a:ext>
              </a:extLst>
            </p:cNvPr>
            <p:cNvGrpSpPr/>
            <p:nvPr/>
          </p:nvGrpSpPr>
          <p:grpSpPr>
            <a:xfrm>
              <a:off x="4944468" y="2863606"/>
              <a:ext cx="2598660" cy="2743200"/>
              <a:chOff x="4502645" y="1986643"/>
              <a:chExt cx="1143000" cy="1143000"/>
            </a:xfrm>
            <a:solidFill>
              <a:schemeClr val="bg1"/>
            </a:solidFill>
          </p:grpSpPr>
          <p:sp>
            <p:nvSpPr>
              <p:cNvPr id="18" name="Hexagon 17">
                <a:extLst>
                  <a:ext uri="{FF2B5EF4-FFF2-40B4-BE49-F238E27FC236}">
                    <a16:creationId xmlns:a16="http://schemas.microsoft.com/office/drawing/2014/main" id="{14CE14DB-2832-5AB9-EB79-D66EFA48A5C0}"/>
                  </a:ext>
                </a:extLst>
              </p:cNvPr>
              <p:cNvSpPr/>
              <p:nvPr/>
            </p:nvSpPr>
            <p:spPr>
              <a:xfrm rot="16200000">
                <a:off x="4502645" y="1986643"/>
                <a:ext cx="1143000" cy="1143000"/>
              </a:xfrm>
              <a:prstGeom prst="hexagon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5715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81BEFEC-C64A-33F7-B695-E7A5F08B7088}"/>
                  </a:ext>
                </a:extLst>
              </p:cNvPr>
              <p:cNvSpPr txBox="1"/>
              <p:nvPr/>
            </p:nvSpPr>
            <p:spPr>
              <a:xfrm>
                <a:off x="4553391" y="2189331"/>
                <a:ext cx="1041508" cy="2949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0070C0"/>
                    </a:solidFill>
                    <a:latin typeface="Myanmar Text" panose="020B0502040204020203" pitchFamily="34" charset="0"/>
                    <a:cs typeface="Myanmar Text" panose="020B0502040204020203" pitchFamily="34" charset="0"/>
                  </a:rPr>
                  <a:t>Learning</a:t>
                </a:r>
              </a:p>
              <a:p>
                <a:pPr algn="ctr"/>
                <a:r>
                  <a:rPr lang="en-US" sz="2000" b="1" dirty="0">
                    <a:solidFill>
                      <a:srgbClr val="0070C0"/>
                    </a:solidFill>
                    <a:latin typeface="Myanmar Text" panose="020B0502040204020203" pitchFamily="34" charset="0"/>
                    <a:cs typeface="Myanmar Text" panose="020B0502040204020203" pitchFamily="34" charset="0"/>
                  </a:rPr>
                  <a:t>python</a:t>
                </a:r>
                <a:endParaRPr lang="en-US" sz="1100" b="1" dirty="0">
                  <a:solidFill>
                    <a:srgbClr val="0070C0"/>
                  </a:solidFill>
                  <a:latin typeface="Myanmar Text" panose="020B0502040204020203" pitchFamily="34" charset="0"/>
                  <a:cs typeface="Myanmar Text" panose="020B0502040204020203" pitchFamily="34" charset="0"/>
                </a:endParaRPr>
              </a:p>
            </p:txBody>
          </p:sp>
        </p:grpSp>
        <p:pic>
          <p:nvPicPr>
            <p:cNvPr id="20" name="Picture 19" descr="File:Python-logo.png - Wikimedia Commons">
              <a:extLst>
                <a:ext uri="{FF2B5EF4-FFF2-40B4-BE49-F238E27FC236}">
                  <a16:creationId xmlns:a16="http://schemas.microsoft.com/office/drawing/2014/main" id="{1850C8AC-0864-9580-0610-DCF36A90FE2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33750" y="4057944"/>
              <a:ext cx="1124250" cy="12325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58246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29</Words>
  <Application>Microsoft Macintosh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Myanmar Text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Colton Gearhart</dc:creator>
  <cp:lastModifiedBy>Gearhart, Colton</cp:lastModifiedBy>
  <cp:revision>26</cp:revision>
  <dcterms:created xsi:type="dcterms:W3CDTF">2023-09-25T03:24:09Z</dcterms:created>
  <dcterms:modified xsi:type="dcterms:W3CDTF">2026-08-13T00:03:19Z</dcterms:modified>
</cp:coreProperties>
</file>